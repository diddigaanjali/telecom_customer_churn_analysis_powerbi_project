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70" r:id="rId13"/>
    <p:sldId id="268" r:id="rId14"/>
    <p:sldId id="259" r:id="rId15"/>
  </p:sldIdLst>
  <p:sldSz cx="12192000" cy="6858000"/>
  <p:notesSz cx="6858000" cy="9144000"/>
  <p:embeddedFontLst>
    <p:embeddedFont>
      <p:font typeface="Arial Rounded MT Bold" panose="020F0704030504030204" pitchFamily="34" charset="0"/>
      <p:regular r:id="rId17"/>
    </p:embeddedFont>
    <p:embeddedFont>
      <p:font typeface="Lato Black" panose="020F0502020204030203" pitchFamily="34" charset="0"/>
      <p:bold r:id="rId18"/>
      <p:boldItalic r:id="rId19"/>
    </p:embeddedFont>
    <p:embeddedFont>
      <p:font typeface="Libre Baskerville" panose="02000000000000000000" pitchFamily="2" charset="0"/>
      <p:regular r:id="rId20"/>
      <p:bold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>
      <p:cViewPr varScale="1">
        <p:scale>
          <a:sx n="87" d="100"/>
          <a:sy n="87" d="100"/>
        </p:scale>
        <p:origin x="6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AS CHARY" userId="c1408244b6f1233d" providerId="LiveId" clId="{704DD1FA-88E5-4643-9E1E-A672D6D70EBA}"/>
    <pc:docChg chg="undo custSel addSld delSld modSld sldOrd">
      <pc:chgData name="VIKAS CHARY" userId="c1408244b6f1233d" providerId="LiveId" clId="{704DD1FA-88E5-4643-9E1E-A672D6D70EBA}" dt="2025-12-13T04:11:43.890" v="9808"/>
      <pc:docMkLst>
        <pc:docMk/>
      </pc:docMkLst>
      <pc:sldChg chg="addSp delSp modSp mod modAnim">
        <pc:chgData name="VIKAS CHARY" userId="c1408244b6f1233d" providerId="LiveId" clId="{704DD1FA-88E5-4643-9E1E-A672D6D70EBA}" dt="2025-12-04T08:56:41.988" v="7661" actId="1035"/>
        <pc:sldMkLst>
          <pc:docMk/>
          <pc:sldMk cId="0" sldId="256"/>
        </pc:sldMkLst>
        <pc:spChg chg="add mod">
          <ac:chgData name="VIKAS CHARY" userId="c1408244b6f1233d" providerId="LiveId" clId="{704DD1FA-88E5-4643-9E1E-A672D6D70EBA}" dt="2025-12-04T06:26:12.088" v="6681" actId="1076"/>
          <ac:spMkLst>
            <pc:docMk/>
            <pc:sldMk cId="0" sldId="256"/>
            <ac:spMk id="5" creationId="{B05CAD1E-2286-4E2C-25C1-B356E73C4658}"/>
          </ac:spMkLst>
        </pc:spChg>
        <pc:spChg chg="add mod">
          <ac:chgData name="VIKAS CHARY" userId="c1408244b6f1233d" providerId="LiveId" clId="{704DD1FA-88E5-4643-9E1E-A672D6D70EBA}" dt="2025-12-04T06:43:30.105" v="6842" actId="403"/>
          <ac:spMkLst>
            <pc:docMk/>
            <pc:sldMk cId="0" sldId="256"/>
            <ac:spMk id="6" creationId="{3BD954D0-826B-5D56-1C9D-1E88F351D54E}"/>
          </ac:spMkLst>
        </pc:spChg>
        <pc:spChg chg="add mod">
          <ac:chgData name="VIKAS CHARY" userId="c1408244b6f1233d" providerId="LiveId" clId="{704DD1FA-88E5-4643-9E1E-A672D6D70EBA}" dt="2025-12-04T08:55:49.594" v="7659" actId="207"/>
          <ac:spMkLst>
            <pc:docMk/>
            <pc:sldMk cId="0" sldId="256"/>
            <ac:spMk id="7" creationId="{4BFBFE86-8331-2FFC-D8EF-62969F6F0EFC}"/>
          </ac:spMkLst>
        </pc:spChg>
        <pc:picChg chg="mod">
          <ac:chgData name="VIKAS CHARY" userId="c1408244b6f1233d" providerId="LiveId" clId="{704DD1FA-88E5-4643-9E1E-A672D6D70EBA}" dt="2025-12-04T08:56:41.988" v="7661" actId="1035"/>
          <ac:picMkLst>
            <pc:docMk/>
            <pc:sldMk cId="0" sldId="256"/>
            <ac:picMk id="4" creationId="{06103573-4BEF-0DDF-9C58-A6008E1EEE7B}"/>
          </ac:picMkLst>
        </pc:picChg>
      </pc:sldChg>
      <pc:sldChg chg="addSp delSp modSp mod delAnim modAnim">
        <pc:chgData name="VIKAS CHARY" userId="c1408244b6f1233d" providerId="LiveId" clId="{704DD1FA-88E5-4643-9E1E-A672D6D70EBA}" dt="2025-12-04T06:49:58.967" v="7020" actId="404"/>
        <pc:sldMkLst>
          <pc:docMk/>
          <pc:sldMk cId="0" sldId="257"/>
        </pc:sldMkLst>
        <pc:spChg chg="add mod">
          <ac:chgData name="VIKAS CHARY" userId="c1408244b6f1233d" providerId="LiveId" clId="{704DD1FA-88E5-4643-9E1E-A672D6D70EBA}" dt="2025-12-04T06:46:32.051" v="6999" actId="1076"/>
          <ac:spMkLst>
            <pc:docMk/>
            <pc:sldMk cId="0" sldId="257"/>
            <ac:spMk id="2" creationId="{4DC40C12-848C-72BF-9905-AAE31D1BA2DB}"/>
          </ac:spMkLst>
        </pc:spChg>
        <pc:spChg chg="add mod">
          <ac:chgData name="VIKAS CHARY" userId="c1408244b6f1233d" providerId="LiveId" clId="{704DD1FA-88E5-4643-9E1E-A672D6D70EBA}" dt="2025-12-04T06:49:58.967" v="7020" actId="404"/>
          <ac:spMkLst>
            <pc:docMk/>
            <pc:sldMk cId="0" sldId="257"/>
            <ac:spMk id="3" creationId="{BE12DC98-B4BF-A354-ADC7-EA01E1FE4321}"/>
          </ac:spMkLst>
        </pc:spChg>
        <pc:spChg chg="add mod">
          <ac:chgData name="VIKAS CHARY" userId="c1408244b6f1233d" providerId="LiveId" clId="{704DD1FA-88E5-4643-9E1E-A672D6D70EBA}" dt="2025-12-04T06:49:52.502" v="7019" actId="404"/>
          <ac:spMkLst>
            <pc:docMk/>
            <pc:sldMk cId="0" sldId="257"/>
            <ac:spMk id="4" creationId="{7AE196DC-BD27-CFCA-A92C-5B3A1D15684A}"/>
          </ac:spMkLst>
        </pc:spChg>
        <pc:spChg chg="mod">
          <ac:chgData name="VIKAS CHARY" userId="c1408244b6f1233d" providerId="LiveId" clId="{704DD1FA-88E5-4643-9E1E-A672D6D70EBA}" dt="2025-12-04T06:45:43.086" v="6989" actId="404"/>
          <ac:spMkLst>
            <pc:docMk/>
            <pc:sldMk cId="0" sldId="257"/>
            <ac:spMk id="105" creationId="{00000000-0000-0000-0000-000000000000}"/>
          </ac:spMkLst>
        </pc:spChg>
      </pc:sldChg>
      <pc:sldChg chg="addSp delSp modSp mod delAnim modAnim">
        <pc:chgData name="VIKAS CHARY" userId="c1408244b6f1233d" providerId="LiveId" clId="{704DD1FA-88E5-4643-9E1E-A672D6D70EBA}" dt="2025-12-04T07:06:12.284" v="7252" actId="20577"/>
        <pc:sldMkLst>
          <pc:docMk/>
          <pc:sldMk cId="0" sldId="258"/>
        </pc:sldMkLst>
        <pc:spChg chg="add mod">
          <ac:chgData name="VIKAS CHARY" userId="c1408244b6f1233d" providerId="LiveId" clId="{704DD1FA-88E5-4643-9E1E-A672D6D70EBA}" dt="2025-12-04T07:06:12.284" v="7252" actId="20577"/>
          <ac:spMkLst>
            <pc:docMk/>
            <pc:sldMk cId="0" sldId="258"/>
            <ac:spMk id="6" creationId="{6585E668-F3E0-4B9A-1B65-6E6D94DD448C}"/>
          </ac:spMkLst>
        </pc:spChg>
        <pc:spChg chg="mod">
          <ac:chgData name="VIKAS CHARY" userId="c1408244b6f1233d" providerId="LiveId" clId="{704DD1FA-88E5-4643-9E1E-A672D6D70EBA}" dt="2025-12-04T06:57:35.555" v="7197" actId="404"/>
          <ac:spMkLst>
            <pc:docMk/>
            <pc:sldMk cId="0" sldId="258"/>
            <ac:spMk id="110" creationId="{00000000-0000-0000-0000-000000000000}"/>
          </ac:spMkLst>
        </pc:spChg>
      </pc:sldChg>
      <pc:sldChg chg="addSp delSp modSp new mod">
        <pc:chgData name="VIKAS CHARY" userId="c1408244b6f1233d" providerId="LiveId" clId="{704DD1FA-88E5-4643-9E1E-A672D6D70EBA}" dt="2025-12-04T14:14:06.665" v="7704" actId="20577"/>
        <pc:sldMkLst>
          <pc:docMk/>
          <pc:sldMk cId="4119058545" sldId="260"/>
        </pc:sldMkLst>
        <pc:spChg chg="add mod">
          <ac:chgData name="VIKAS CHARY" userId="c1408244b6f1233d" providerId="LiveId" clId="{704DD1FA-88E5-4643-9E1E-A672D6D70EBA}" dt="2025-12-04T08:57:00.855" v="7662" actId="2711"/>
          <ac:spMkLst>
            <pc:docMk/>
            <pc:sldMk cId="4119058545" sldId="260"/>
            <ac:spMk id="2" creationId="{DDD9C2E4-5FFE-30A2-2D0A-D97B05E0521B}"/>
          </ac:spMkLst>
        </pc:spChg>
        <pc:spChg chg="add mod">
          <ac:chgData name="VIKAS CHARY" userId="c1408244b6f1233d" providerId="LiveId" clId="{704DD1FA-88E5-4643-9E1E-A672D6D70EBA}" dt="2025-12-04T07:53:11.496" v="7625" actId="404"/>
          <ac:spMkLst>
            <pc:docMk/>
            <pc:sldMk cId="4119058545" sldId="260"/>
            <ac:spMk id="3" creationId="{BA41F7E3-3BE6-E8A7-D2FA-3035D74F3178}"/>
          </ac:spMkLst>
        </pc:spChg>
        <pc:spChg chg="add mod">
          <ac:chgData name="VIKAS CHARY" userId="c1408244b6f1233d" providerId="LiveId" clId="{704DD1FA-88E5-4643-9E1E-A672D6D70EBA}" dt="2025-12-04T14:14:06.665" v="7704" actId="20577"/>
          <ac:spMkLst>
            <pc:docMk/>
            <pc:sldMk cId="4119058545" sldId="260"/>
            <ac:spMk id="6" creationId="{DFB6197B-D8CB-919E-BD39-44733D0651F5}"/>
          </ac:spMkLst>
        </pc:spChg>
      </pc:sldChg>
      <pc:sldChg chg="addSp delSp modSp new mod ord">
        <pc:chgData name="VIKAS CHARY" userId="c1408244b6f1233d" providerId="LiveId" clId="{704DD1FA-88E5-4643-9E1E-A672D6D70EBA}" dt="2025-12-13T04:11:35.487" v="9802"/>
        <pc:sldMkLst>
          <pc:docMk/>
          <pc:sldMk cId="1256676987" sldId="261"/>
        </pc:sldMkLst>
        <pc:spChg chg="mod">
          <ac:chgData name="VIKAS CHARY" userId="c1408244b6f1233d" providerId="LiveId" clId="{704DD1FA-88E5-4643-9E1E-A672D6D70EBA}" dt="2025-12-05T06:28:43.210" v="7747" actId="403"/>
          <ac:spMkLst>
            <pc:docMk/>
            <pc:sldMk cId="1256676987" sldId="261"/>
            <ac:spMk id="2" creationId="{42387E45-8035-EAF4-83F3-784E06BEED52}"/>
          </ac:spMkLst>
        </pc:spChg>
        <pc:spChg chg="add mod">
          <ac:chgData name="VIKAS CHARY" userId="c1408244b6f1233d" providerId="LiveId" clId="{704DD1FA-88E5-4643-9E1E-A672D6D70EBA}" dt="2025-12-05T06:35:03.778" v="7837" actId="403"/>
          <ac:spMkLst>
            <pc:docMk/>
            <pc:sldMk cId="1256676987" sldId="261"/>
            <ac:spMk id="3" creationId="{F1484B85-036B-715F-71C7-A00947F9328A}"/>
          </ac:spMkLst>
        </pc:spChg>
        <pc:spChg chg="add mod">
          <ac:chgData name="VIKAS CHARY" userId="c1408244b6f1233d" providerId="LiveId" clId="{704DD1FA-88E5-4643-9E1E-A672D6D70EBA}" dt="2025-12-05T07:02:29.290" v="8334" actId="1076"/>
          <ac:spMkLst>
            <pc:docMk/>
            <pc:sldMk cId="1256676987" sldId="261"/>
            <ac:spMk id="5" creationId="{9DCAC442-07D7-08A9-3731-C89C6ABE2FF6}"/>
          </ac:spMkLst>
        </pc:spChg>
        <pc:spChg chg="add mod">
          <ac:chgData name="VIKAS CHARY" userId="c1408244b6f1233d" providerId="LiveId" clId="{704DD1FA-88E5-4643-9E1E-A672D6D70EBA}" dt="2025-12-05T07:02:25.164" v="8333" actId="1076"/>
          <ac:spMkLst>
            <pc:docMk/>
            <pc:sldMk cId="1256676987" sldId="261"/>
            <ac:spMk id="7" creationId="{BE3DED3A-6674-78E8-5B27-51980908C37A}"/>
          </ac:spMkLst>
        </pc:spChg>
      </pc:sldChg>
      <pc:sldChg chg="addSp delSp modSp new mod ord">
        <pc:chgData name="VIKAS CHARY" userId="c1408244b6f1233d" providerId="LiveId" clId="{704DD1FA-88E5-4643-9E1E-A672D6D70EBA}" dt="2025-12-05T07:02:48.160" v="8336"/>
        <pc:sldMkLst>
          <pc:docMk/>
          <pc:sldMk cId="2392731568" sldId="262"/>
        </pc:sldMkLst>
        <pc:picChg chg="add mod">
          <ac:chgData name="VIKAS CHARY" userId="c1408244b6f1233d" providerId="LiveId" clId="{704DD1FA-88E5-4643-9E1E-A672D6D70EBA}" dt="2025-12-05T06:39:17.623" v="7931" actId="14100"/>
          <ac:picMkLst>
            <pc:docMk/>
            <pc:sldMk cId="2392731568" sldId="262"/>
            <ac:picMk id="4" creationId="{65BD1D5E-E576-82B3-733B-D8B5451350E7}"/>
          </ac:picMkLst>
        </pc:picChg>
      </pc:sldChg>
      <pc:sldChg chg="addSp delSp modSp new mod ord">
        <pc:chgData name="VIKAS CHARY" userId="c1408244b6f1233d" providerId="LiveId" clId="{704DD1FA-88E5-4643-9E1E-A672D6D70EBA}" dt="2025-12-13T04:11:37.575" v="9804"/>
        <pc:sldMkLst>
          <pc:docMk/>
          <pc:sldMk cId="2262677413" sldId="263"/>
        </pc:sldMkLst>
        <pc:spChg chg="add mod">
          <ac:chgData name="VIKAS CHARY" userId="c1408244b6f1233d" providerId="LiveId" clId="{704DD1FA-88E5-4643-9E1E-A672D6D70EBA}" dt="2025-12-05T07:04:43.285" v="8365" actId="1076"/>
          <ac:spMkLst>
            <pc:docMk/>
            <pc:sldMk cId="2262677413" sldId="263"/>
            <ac:spMk id="2" creationId="{DE7D6686-4851-8B4F-311E-B6873789FFED}"/>
          </ac:spMkLst>
        </pc:spChg>
        <pc:spChg chg="add mod">
          <ac:chgData name="VIKAS CHARY" userId="c1408244b6f1233d" providerId="LiveId" clId="{704DD1FA-88E5-4643-9E1E-A672D6D70EBA}" dt="2025-12-05T07:04:54.230" v="8368" actId="12"/>
          <ac:spMkLst>
            <pc:docMk/>
            <pc:sldMk cId="2262677413" sldId="263"/>
            <ac:spMk id="4" creationId="{154FF19F-E761-4E4D-F43C-B7C416AAAC7C}"/>
          </ac:spMkLst>
        </pc:spChg>
        <pc:spChg chg="add mod">
          <ac:chgData name="VIKAS CHARY" userId="c1408244b6f1233d" providerId="LiveId" clId="{704DD1FA-88E5-4643-9E1E-A672D6D70EBA}" dt="2025-12-05T07:14:37.364" v="8921" actId="20577"/>
          <ac:spMkLst>
            <pc:docMk/>
            <pc:sldMk cId="2262677413" sldId="263"/>
            <ac:spMk id="5" creationId="{98DC0D8C-7305-DD15-CF9F-7EDEC6144CC1}"/>
          </ac:spMkLst>
        </pc:spChg>
        <pc:spChg chg="add mod">
          <ac:chgData name="VIKAS CHARY" userId="c1408244b6f1233d" providerId="LiveId" clId="{704DD1FA-88E5-4643-9E1E-A672D6D70EBA}" dt="2025-12-05T07:42:05.534" v="8972" actId="1076"/>
          <ac:spMkLst>
            <pc:docMk/>
            <pc:sldMk cId="2262677413" sldId="263"/>
            <ac:spMk id="6" creationId="{FC8B67B1-70F5-1010-597C-37BC0AABBB77}"/>
          </ac:spMkLst>
        </pc:spChg>
        <pc:spChg chg="add mod">
          <ac:chgData name="VIKAS CHARY" userId="c1408244b6f1233d" providerId="LiveId" clId="{704DD1FA-88E5-4643-9E1E-A672D6D70EBA}" dt="2025-12-05T07:42:32.102" v="8982" actId="113"/>
          <ac:spMkLst>
            <pc:docMk/>
            <pc:sldMk cId="2262677413" sldId="263"/>
            <ac:spMk id="7" creationId="{40DAD7AB-C977-79EA-FD38-87844179AB9A}"/>
          </ac:spMkLst>
        </pc:spChg>
      </pc:sldChg>
      <pc:sldChg chg="addSp delSp modSp new mod ord">
        <pc:chgData name="VIKAS CHARY" userId="c1408244b6f1233d" providerId="LiveId" clId="{704DD1FA-88E5-4643-9E1E-A672D6D70EBA}" dt="2025-12-05T07:10:00.482" v="8372" actId="14100"/>
        <pc:sldMkLst>
          <pc:docMk/>
          <pc:sldMk cId="2640818599" sldId="264"/>
        </pc:sldMkLst>
        <pc:picChg chg="add mod">
          <ac:chgData name="VIKAS CHARY" userId="c1408244b6f1233d" providerId="LiveId" clId="{704DD1FA-88E5-4643-9E1E-A672D6D70EBA}" dt="2025-12-05T07:10:00.482" v="8372" actId="14100"/>
          <ac:picMkLst>
            <pc:docMk/>
            <pc:sldMk cId="2640818599" sldId="264"/>
            <ac:picMk id="5" creationId="{54A53860-BAF2-1B99-C3C2-B7A6EB70846B}"/>
          </ac:picMkLst>
        </pc:picChg>
      </pc:sldChg>
      <pc:sldChg chg="addSp delSp modSp new mod ord">
        <pc:chgData name="VIKAS CHARY" userId="c1408244b6f1233d" providerId="LiveId" clId="{704DD1FA-88E5-4643-9E1E-A672D6D70EBA}" dt="2025-12-13T04:11:41.787" v="9806"/>
        <pc:sldMkLst>
          <pc:docMk/>
          <pc:sldMk cId="1020461127" sldId="265"/>
        </pc:sldMkLst>
        <pc:spChg chg="add mod">
          <ac:chgData name="VIKAS CHARY" userId="c1408244b6f1233d" providerId="LiveId" clId="{704DD1FA-88E5-4643-9E1E-A672D6D70EBA}" dt="2025-12-05T07:17:46.973" v="8949" actId="1076"/>
          <ac:spMkLst>
            <pc:docMk/>
            <pc:sldMk cId="1020461127" sldId="265"/>
            <ac:spMk id="2" creationId="{8DFD5484-37EC-3E18-EFF5-BCC2DCF2D5D2}"/>
          </ac:spMkLst>
        </pc:spChg>
        <pc:spChg chg="add mod">
          <ac:chgData name="VIKAS CHARY" userId="c1408244b6f1233d" providerId="LiveId" clId="{704DD1FA-88E5-4643-9E1E-A672D6D70EBA}" dt="2025-12-05T07:51:38.580" v="9402" actId="20577"/>
          <ac:spMkLst>
            <pc:docMk/>
            <pc:sldMk cId="1020461127" sldId="265"/>
            <ac:spMk id="3" creationId="{60EA3DD9-2D82-2678-785F-F24E84FDBC6A}"/>
          </ac:spMkLst>
        </pc:spChg>
        <pc:spChg chg="add mod">
          <ac:chgData name="VIKAS CHARY" userId="c1408244b6f1233d" providerId="LiveId" clId="{704DD1FA-88E5-4643-9E1E-A672D6D70EBA}" dt="2025-12-05T07:46:27.523" v="9396" actId="12"/>
          <ac:spMkLst>
            <pc:docMk/>
            <pc:sldMk cId="1020461127" sldId="265"/>
            <ac:spMk id="5" creationId="{A69564FB-BA6E-DF34-FC06-06A84E9D4BEA}"/>
          </ac:spMkLst>
        </pc:spChg>
        <pc:spChg chg="add mod">
          <ac:chgData name="VIKAS CHARY" userId="c1408244b6f1233d" providerId="LiveId" clId="{704DD1FA-88E5-4643-9E1E-A672D6D70EBA}" dt="2025-12-05T07:57:34.444" v="9429" actId="20577"/>
          <ac:spMkLst>
            <pc:docMk/>
            <pc:sldMk cId="1020461127" sldId="265"/>
            <ac:spMk id="6" creationId="{04A42108-14E0-18DF-2BB8-52047BF451D9}"/>
          </ac:spMkLst>
        </pc:spChg>
      </pc:sldChg>
      <pc:sldChg chg="addSp delSp modSp new mod ord">
        <pc:chgData name="VIKAS CHARY" userId="c1408244b6f1233d" providerId="LiveId" clId="{704DD1FA-88E5-4643-9E1E-A672D6D70EBA}" dt="2025-12-05T07:53:41.841" v="9404" actId="931"/>
        <pc:sldMkLst>
          <pc:docMk/>
          <pc:sldMk cId="3844242831" sldId="266"/>
        </pc:sldMkLst>
        <pc:picChg chg="add mod">
          <ac:chgData name="VIKAS CHARY" userId="c1408244b6f1233d" providerId="LiveId" clId="{704DD1FA-88E5-4643-9E1E-A672D6D70EBA}" dt="2025-12-05T07:53:41.841" v="9404" actId="931"/>
          <ac:picMkLst>
            <pc:docMk/>
            <pc:sldMk cId="3844242831" sldId="266"/>
            <ac:picMk id="7" creationId="{FAABAD78-F4A9-63BD-3174-525786734BB3}"/>
          </ac:picMkLst>
        </pc:picChg>
      </pc:sldChg>
      <pc:sldChg chg="addSp delSp modSp new mod">
        <pc:chgData name="VIKAS CHARY" userId="c1408244b6f1233d" providerId="LiveId" clId="{704DD1FA-88E5-4643-9E1E-A672D6D70EBA}" dt="2025-12-12T06:51:59.751" v="9800" actId="1076"/>
        <pc:sldMkLst>
          <pc:docMk/>
          <pc:sldMk cId="3910085884" sldId="268"/>
        </pc:sldMkLst>
        <pc:spChg chg="mod">
          <ac:chgData name="VIKAS CHARY" userId="c1408244b6f1233d" providerId="LiveId" clId="{704DD1FA-88E5-4643-9E1E-A672D6D70EBA}" dt="2025-12-12T06:51:43.885" v="9798" actId="403"/>
          <ac:spMkLst>
            <pc:docMk/>
            <pc:sldMk cId="3910085884" sldId="268"/>
            <ac:spMk id="2" creationId="{CE4C6C63-D5A7-3B83-2890-2F7798C5580C}"/>
          </ac:spMkLst>
        </pc:spChg>
        <pc:spChg chg="add mod">
          <ac:chgData name="VIKAS CHARY" userId="c1408244b6f1233d" providerId="LiveId" clId="{704DD1FA-88E5-4643-9E1E-A672D6D70EBA}" dt="2025-12-12T06:51:59.751" v="9800" actId="1076"/>
          <ac:spMkLst>
            <pc:docMk/>
            <pc:sldMk cId="3910085884" sldId="268"/>
            <ac:spMk id="3" creationId="{EE6203E1-0EDA-9860-3430-922BD7ED8A11}"/>
          </ac:spMkLst>
        </pc:spChg>
      </pc:sldChg>
      <pc:sldChg chg="addSp delSp modSp new mod ord">
        <pc:chgData name="VIKAS CHARY" userId="c1408244b6f1233d" providerId="LiveId" clId="{704DD1FA-88E5-4643-9E1E-A672D6D70EBA}" dt="2025-12-13T04:11:43.890" v="9808"/>
        <pc:sldMkLst>
          <pc:docMk/>
          <pc:sldMk cId="1467765772" sldId="269"/>
        </pc:sldMkLst>
        <pc:spChg chg="mod">
          <ac:chgData name="VIKAS CHARY" userId="c1408244b6f1233d" providerId="LiveId" clId="{704DD1FA-88E5-4643-9E1E-A672D6D70EBA}" dt="2025-12-05T07:57:47.066" v="9430" actId="1076"/>
          <ac:spMkLst>
            <pc:docMk/>
            <pc:sldMk cId="1467765772" sldId="269"/>
            <ac:spMk id="2" creationId="{6F06B6D6-1734-AEC0-ADB1-5DA11EA470A8}"/>
          </ac:spMkLst>
        </pc:spChg>
        <pc:spChg chg="add mod">
          <ac:chgData name="VIKAS CHARY" userId="c1408244b6f1233d" providerId="LiveId" clId="{704DD1FA-88E5-4643-9E1E-A672D6D70EBA}" dt="2025-12-12T06:45:53.027" v="9704" actId="113"/>
          <ac:spMkLst>
            <pc:docMk/>
            <pc:sldMk cId="1467765772" sldId="269"/>
            <ac:spMk id="3" creationId="{C8FBCB0C-40AE-8EEE-7DE8-E8FACAA77D3F}"/>
          </ac:spMkLst>
        </pc:spChg>
        <pc:spChg chg="add mod">
          <ac:chgData name="VIKAS CHARY" userId="c1408244b6f1233d" providerId="LiveId" clId="{704DD1FA-88E5-4643-9E1E-A672D6D70EBA}" dt="2025-12-12T06:51:11.683" v="9797" actId="403"/>
          <ac:spMkLst>
            <pc:docMk/>
            <pc:sldMk cId="1467765772" sldId="269"/>
            <ac:spMk id="4" creationId="{DC8C12BC-0A41-85A2-FBE3-97DBDBB106AF}"/>
          </ac:spMkLst>
        </pc:spChg>
        <pc:spChg chg="add del mod">
          <ac:chgData name="VIKAS CHARY" userId="c1408244b6f1233d" providerId="LiveId" clId="{704DD1FA-88E5-4643-9E1E-A672D6D70EBA}" dt="2025-12-12T06:29:33.982" v="9645" actId="478"/>
          <ac:spMkLst>
            <pc:docMk/>
            <pc:sldMk cId="1467765772" sldId="269"/>
            <ac:spMk id="5" creationId="{D6466977-5ED3-D418-5E4D-2498582B4B51}"/>
          </ac:spMkLst>
        </pc:spChg>
      </pc:sldChg>
      <pc:sldChg chg="addSp modSp new mod ord">
        <pc:chgData name="VIKAS CHARY" userId="c1408244b6f1233d" providerId="LiveId" clId="{704DD1FA-88E5-4643-9E1E-A672D6D70EBA}" dt="2025-12-05T07:16:06.657" v="8944"/>
        <pc:sldMkLst>
          <pc:docMk/>
          <pc:sldMk cId="1580623517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103573-4BEF-0DDF-9C58-A6008E1EE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0357" cy="68589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5CAD1E-2286-4E2C-25C1-B356E73C4658}"/>
              </a:ext>
            </a:extLst>
          </p:cNvPr>
          <p:cNvSpPr txBox="1"/>
          <p:nvPr/>
        </p:nvSpPr>
        <p:spPr>
          <a:xfrm>
            <a:off x="3751448" y="2843772"/>
            <a:ext cx="46891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Power</a:t>
            </a:r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BI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Pr</a:t>
            </a:r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oje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ct </a:t>
            </a:r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Presen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tation </a:t>
            </a:r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954D0-826B-5D56-1C9D-1E88F351D54E}"/>
              </a:ext>
            </a:extLst>
          </p:cNvPr>
          <p:cNvSpPr txBox="1"/>
          <p:nvPr/>
        </p:nvSpPr>
        <p:spPr>
          <a:xfrm>
            <a:off x="1508847" y="3613213"/>
            <a:ext cx="917430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 Churn Analysis</a:t>
            </a:r>
          </a:p>
          <a:p>
            <a:pPr algn="ctr"/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Data-Driven Approach to Understanding Customer Behavior &amp; Reducing Churn</a:t>
            </a:r>
            <a:r>
              <a:rPr lang="en-IN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algn="ctr"/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BFE86-8331-2FFC-D8EF-62969F6F0EFC}"/>
              </a:ext>
            </a:extLst>
          </p:cNvPr>
          <p:cNvSpPr txBox="1"/>
          <p:nvPr/>
        </p:nvSpPr>
        <p:spPr>
          <a:xfrm>
            <a:off x="8137615" y="5490650"/>
            <a:ext cx="3759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u="sng" dirty="0">
                <a:solidFill>
                  <a:srgbClr val="FF0000"/>
                </a:solidFill>
              </a:rPr>
              <a:t>PRESENTED BY</a:t>
            </a:r>
            <a:r>
              <a:rPr lang="en-IN" sz="1600" dirty="0">
                <a:solidFill>
                  <a:srgbClr val="FF0000"/>
                </a:solidFill>
              </a:rPr>
              <a:t>: </a:t>
            </a:r>
            <a:r>
              <a:rPr lang="en-IN" sz="1600" dirty="0">
                <a:solidFill>
                  <a:schemeClr val="tx1"/>
                </a:solidFill>
              </a:rPr>
              <a:t>D.ANJALI</a:t>
            </a:r>
            <a:r>
              <a:rPr lang="en-IN" sz="1600" dirty="0">
                <a:solidFill>
                  <a:srgbClr val="FF0000"/>
                </a:solidFill>
              </a:rPr>
              <a:t>                 </a:t>
            </a:r>
            <a:endParaRPr lang="en-IN" sz="1600" dirty="0">
              <a:solidFill>
                <a:schemeClr val="tx1"/>
              </a:solidFill>
            </a:endParaRPr>
          </a:p>
          <a:p>
            <a:r>
              <a:rPr lang="en-IN" sz="1600" u="sng" dirty="0">
                <a:solidFill>
                  <a:schemeClr val="tx1"/>
                </a:solidFill>
              </a:rPr>
              <a:t>INNOMATICS</a:t>
            </a:r>
            <a:r>
              <a:rPr lang="en-IN" sz="1600" u="sng" dirty="0">
                <a:solidFill>
                  <a:srgbClr val="FF0000"/>
                </a:solidFill>
              </a:rPr>
              <a:t> RESEARCH </a:t>
            </a:r>
            <a:r>
              <a:rPr lang="en-IN" sz="1600" u="sng" dirty="0">
                <a:solidFill>
                  <a:schemeClr val="tx1"/>
                </a:solidFill>
              </a:rPr>
              <a:t>LABS</a:t>
            </a:r>
            <a:r>
              <a:rPr lang="en-IN" sz="1600" u="sng" dirty="0">
                <a:solidFill>
                  <a:srgbClr val="FF0000"/>
                </a:solidFill>
              </a:rPr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550748" y="629514"/>
            <a:ext cx="6099463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Business Problem:</a:t>
            </a:r>
            <a:endParaRPr sz="1600" u="sng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196DC-BD27-CFCA-A92C-5B3A1D15684A}"/>
              </a:ext>
            </a:extLst>
          </p:cNvPr>
          <p:cNvSpPr txBox="1"/>
          <p:nvPr/>
        </p:nvSpPr>
        <p:spPr>
          <a:xfrm>
            <a:off x="550748" y="1066516"/>
            <a:ext cx="9539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Telecom companies face high customer churn, leading to significant revenue loss. company lacks visibility into key churn drivers such as contract type, service usage patterns, customer demographics, and service add-ons, making it difficult to take preventive actions and retain high-value customers.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C40C12-848C-72BF-9905-AAE31D1BA2DB}"/>
              </a:ext>
            </a:extLst>
          </p:cNvPr>
          <p:cNvSpPr txBox="1"/>
          <p:nvPr/>
        </p:nvSpPr>
        <p:spPr>
          <a:xfrm>
            <a:off x="550748" y="2664069"/>
            <a:ext cx="1677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12DC98-B4BF-A354-ADC7-EA01E1FE4321}"/>
              </a:ext>
            </a:extLst>
          </p:cNvPr>
          <p:cNvSpPr txBox="1"/>
          <p:nvPr/>
        </p:nvSpPr>
        <p:spPr>
          <a:xfrm>
            <a:off x="550748" y="3187289"/>
            <a:ext cx="8616461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To develop an interactive Power BI analytics solution that: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Identifies customer churn patterns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Analyzes demographic, service-level, and billing-based factors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Measures churn rate, revenue impact, and risk distribution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Highlights high-risk segments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Supports data-driven decisions to reduce churn and improve customer retention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84880" y="528209"/>
            <a:ext cx="4863066" cy="37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  <a:endParaRPr sz="28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5E668-F3E0-4B9A-1B65-6E6D94DD448C}"/>
              </a:ext>
            </a:extLst>
          </p:cNvPr>
          <p:cNvSpPr txBox="1"/>
          <p:nvPr/>
        </p:nvSpPr>
        <p:spPr>
          <a:xfrm>
            <a:off x="684880" y="1066812"/>
            <a:ext cx="1067299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dirty="0"/>
              <a:t>Dataset Used: </a:t>
            </a:r>
            <a:r>
              <a:rPr lang="en-US" sz="1800" dirty="0"/>
              <a:t>Telecom Customer Churn Dataset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dirty="0"/>
              <a:t>Source Format: </a:t>
            </a:r>
            <a:r>
              <a:rPr lang="en-US" sz="1800" dirty="0"/>
              <a:t>CSV File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dirty="0"/>
              <a:t>No.of Records: </a:t>
            </a:r>
            <a:r>
              <a:rPr lang="en-US" sz="1800" dirty="0"/>
              <a:t>7043 customers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dirty="0"/>
              <a:t>No.of Columns: </a:t>
            </a:r>
            <a:r>
              <a:rPr lang="en-US" sz="1800" dirty="0"/>
              <a:t>21 data fields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r>
              <a:rPr lang="en-US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Data Fields: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CustomerID</a:t>
            </a:r>
            <a:r>
              <a:rPr lang="en-IN" sz="2400" dirty="0"/>
              <a:t> - </a:t>
            </a:r>
            <a:r>
              <a:rPr lang="en-IN" sz="1800" dirty="0"/>
              <a:t>unique identifier for each customer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Gender</a:t>
            </a:r>
            <a:r>
              <a:rPr lang="en-IN" sz="3200" dirty="0"/>
              <a:t>, </a:t>
            </a:r>
            <a:r>
              <a:rPr lang="en-IN" sz="1800" dirty="0"/>
              <a:t>SeniorCitizen</a:t>
            </a:r>
            <a:r>
              <a:rPr lang="en-IN" sz="3200" dirty="0"/>
              <a:t>, </a:t>
            </a:r>
            <a:r>
              <a:rPr lang="en-IN" sz="1800" dirty="0"/>
              <a:t>Partner</a:t>
            </a:r>
            <a:r>
              <a:rPr lang="en-IN" sz="3200" dirty="0"/>
              <a:t>, </a:t>
            </a:r>
            <a:r>
              <a:rPr lang="en-IN" sz="1800" dirty="0"/>
              <a:t>Dependents</a:t>
            </a:r>
            <a:r>
              <a:rPr lang="en-IN" sz="3200" dirty="0"/>
              <a:t> </a:t>
            </a:r>
            <a:r>
              <a:rPr lang="en-IN" sz="2400" dirty="0"/>
              <a:t>- </a:t>
            </a:r>
            <a:r>
              <a:rPr lang="en-IN" sz="1800" dirty="0"/>
              <a:t>demographic features</a:t>
            </a: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Tenure</a:t>
            </a:r>
            <a:r>
              <a:rPr lang="en-IN" sz="2000" dirty="0"/>
              <a:t> - </a:t>
            </a:r>
            <a:r>
              <a:rPr lang="en-IN" sz="1800" dirty="0"/>
              <a:t>number of months customer stayed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PhoneService</a:t>
            </a:r>
            <a:r>
              <a:rPr lang="en-IN" sz="3200" dirty="0"/>
              <a:t>, </a:t>
            </a:r>
            <a:r>
              <a:rPr lang="en-IN" sz="1800" dirty="0"/>
              <a:t>InternetService</a:t>
            </a:r>
            <a:r>
              <a:rPr lang="en-IN" sz="3200" dirty="0"/>
              <a:t>, </a:t>
            </a:r>
            <a:r>
              <a:rPr lang="en-IN" sz="1800" dirty="0"/>
              <a:t>OnlineSecurity</a:t>
            </a:r>
            <a:r>
              <a:rPr lang="en-IN" sz="2400" dirty="0"/>
              <a:t>, </a:t>
            </a:r>
            <a:r>
              <a:rPr lang="en-IN" sz="1800" dirty="0"/>
              <a:t>etc. - service usage details</a:t>
            </a: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PaymentMethod</a:t>
            </a:r>
            <a:r>
              <a:rPr lang="en-IN" sz="3200" dirty="0"/>
              <a:t>, </a:t>
            </a:r>
            <a:r>
              <a:rPr lang="en-IN" sz="1800" dirty="0"/>
              <a:t>Contract</a:t>
            </a:r>
            <a:r>
              <a:rPr lang="en-IN" sz="3200" dirty="0"/>
              <a:t>, </a:t>
            </a:r>
            <a:r>
              <a:rPr lang="en-IN" sz="1800" dirty="0"/>
              <a:t>PaperlessBilling</a:t>
            </a:r>
            <a:r>
              <a:rPr lang="en-IN" sz="2400" dirty="0"/>
              <a:t> - </a:t>
            </a:r>
            <a:r>
              <a:rPr lang="en-IN" sz="1800" dirty="0"/>
              <a:t>billing preferences</a:t>
            </a: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MonthlyCharges</a:t>
            </a:r>
            <a:r>
              <a:rPr lang="en-IN" sz="3200" dirty="0"/>
              <a:t>, </a:t>
            </a:r>
            <a:r>
              <a:rPr lang="en-IN" sz="1800" dirty="0"/>
              <a:t>TotalCharges</a:t>
            </a:r>
            <a:r>
              <a:rPr lang="en-IN" sz="3200" dirty="0"/>
              <a:t> </a:t>
            </a:r>
            <a:r>
              <a:rPr lang="en-IN" sz="2400" dirty="0"/>
              <a:t>- </a:t>
            </a:r>
            <a:r>
              <a:rPr lang="en-IN" sz="1800" dirty="0"/>
              <a:t>financial indicators</a:t>
            </a: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Churn</a:t>
            </a:r>
            <a:r>
              <a:rPr lang="en-IN" sz="2400" dirty="0"/>
              <a:t> - </a:t>
            </a:r>
            <a:r>
              <a:rPr lang="en-IN" sz="1800" dirty="0"/>
              <a:t>target variable (Yes/No)</a:t>
            </a:r>
            <a:endParaRPr lang="en-US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D9C2E4-5FFE-30A2-2D0A-D97B05E0521B}"/>
              </a:ext>
            </a:extLst>
          </p:cNvPr>
          <p:cNvSpPr txBox="1"/>
          <p:nvPr/>
        </p:nvSpPr>
        <p:spPr>
          <a:xfrm>
            <a:off x="615461" y="525432"/>
            <a:ext cx="2704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r>
              <a:rPr lang="en-IN" sz="2800" u="sng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41F7E3-3BE6-E8A7-D2FA-3035D74F3178}"/>
              </a:ext>
            </a:extLst>
          </p:cNvPr>
          <p:cNvSpPr txBox="1"/>
          <p:nvPr/>
        </p:nvSpPr>
        <p:spPr>
          <a:xfrm>
            <a:off x="615461" y="1187153"/>
            <a:ext cx="108585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Imported dataset into </a:t>
            </a:r>
            <a:r>
              <a:rPr lang="en-US" sz="1800" b="1" dirty="0"/>
              <a:t>Power BI Desktop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Performed cleaning in </a:t>
            </a:r>
            <a:r>
              <a:rPr lang="en-US" sz="1800" b="1" dirty="0"/>
              <a:t>Power Query</a:t>
            </a:r>
          </a:p>
          <a:p>
            <a:r>
              <a:rPr lang="en-US" sz="1800" b="1" dirty="0"/>
              <a:t>	</a:t>
            </a:r>
            <a:r>
              <a:rPr lang="en-US" sz="1800" dirty="0"/>
              <a:t>1.</a:t>
            </a:r>
            <a:r>
              <a:rPr lang="en-IN" sz="1800" dirty="0"/>
              <a:t>Removed duplicate records</a:t>
            </a:r>
          </a:p>
          <a:p>
            <a:pPr lvl="3"/>
            <a:r>
              <a:rPr lang="en-US" sz="1800" dirty="0"/>
              <a:t>	2. Corrected data types (e.g., </a:t>
            </a:r>
            <a:r>
              <a:rPr lang="en-US" sz="1800" i="1" dirty="0"/>
              <a:t>TotalCharges → Decimal Number</a:t>
            </a:r>
            <a:r>
              <a:rPr lang="en-US" sz="1800" dirty="0"/>
              <a:t>)</a:t>
            </a:r>
          </a:p>
          <a:p>
            <a:pPr lvl="3"/>
            <a:r>
              <a:rPr lang="en-US" sz="1800" dirty="0"/>
              <a:t>	3.</a:t>
            </a:r>
            <a:r>
              <a:rPr lang="en-IN" sz="1800" dirty="0"/>
              <a:t> Handled missing values</a:t>
            </a:r>
          </a:p>
          <a:p>
            <a:pPr lvl="3"/>
            <a:r>
              <a:rPr lang="en-IN" sz="1800" dirty="0"/>
              <a:t>	4.Created Tenure group col</a:t>
            </a:r>
          </a:p>
          <a:p>
            <a:pPr lvl="3"/>
            <a:r>
              <a:rPr lang="en-IN" sz="1800" dirty="0"/>
              <a:t>	5.converted Boolean fields to yes/no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6197B-D8CB-919E-BD39-44733D0651F5}"/>
              </a:ext>
            </a:extLst>
          </p:cNvPr>
          <p:cNvSpPr txBox="1"/>
          <p:nvPr/>
        </p:nvSpPr>
        <p:spPr>
          <a:xfrm>
            <a:off x="615461" y="3356979"/>
            <a:ext cx="32239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/>
              <a:t>Data Model: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800" dirty="0"/>
              <a:t>Star schema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800" dirty="0"/>
              <a:t>Fact: Customer Table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800" dirty="0"/>
              <a:t>Dimensions: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800" dirty="0"/>
              <a:t>Relationship: one-to-many</a:t>
            </a:r>
          </a:p>
        </p:txBody>
      </p:sp>
    </p:spTree>
    <p:extLst>
      <p:ext uri="{BB962C8B-B14F-4D97-AF65-F5344CB8AC3E}">
        <p14:creationId xmlns:p14="http://schemas.microsoft.com/office/powerpoint/2010/main" val="4119058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87E45-8035-EAF4-83F3-784E06BEED52}"/>
              </a:ext>
            </a:extLst>
          </p:cNvPr>
          <p:cNvSpPr txBox="1"/>
          <p:nvPr/>
        </p:nvSpPr>
        <p:spPr>
          <a:xfrm>
            <a:off x="457201" y="597877"/>
            <a:ext cx="3978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484B85-036B-715F-71C7-A00947F9328A}"/>
              </a:ext>
            </a:extLst>
          </p:cNvPr>
          <p:cNvSpPr txBox="1"/>
          <p:nvPr/>
        </p:nvSpPr>
        <p:spPr>
          <a:xfrm>
            <a:off x="457201" y="1204546"/>
            <a:ext cx="3374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u="sng" dirty="0">
                <a:solidFill>
                  <a:srgbClr val="FF0000"/>
                </a:solidFill>
              </a:rPr>
              <a:t>1.Customer Demographics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CAC442-07D7-08A9-3731-C89C6ABE2FF6}"/>
              </a:ext>
            </a:extLst>
          </p:cNvPr>
          <p:cNvSpPr txBox="1"/>
          <p:nvPr/>
        </p:nvSpPr>
        <p:spPr>
          <a:xfrm>
            <a:off x="729762" y="1660076"/>
            <a:ext cx="639790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</a:rPr>
              <a:t>Visuals used: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Pie chart – Total customer by Gender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Column chart – Total customer by Tenure group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Line chart – Average monthly charges by Tenure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Donut chart – Churned customer by Senior citizen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Bar chart – churn rate by Tenure group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Bar chart – Monthly charges by Tenure group and Gender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3DED3A-6674-78E8-5B27-51980908C37A}"/>
              </a:ext>
            </a:extLst>
          </p:cNvPr>
          <p:cNvSpPr txBox="1"/>
          <p:nvPr/>
        </p:nvSpPr>
        <p:spPr>
          <a:xfrm>
            <a:off x="457201" y="3746821"/>
            <a:ext cx="938590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u="sng" dirty="0">
                <a:solidFill>
                  <a:srgbClr val="FF0000"/>
                </a:solidFill>
              </a:rPr>
              <a:t>Analysis: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Total Customers: </a:t>
            </a:r>
            <a:r>
              <a:rPr lang="en-US" sz="1800" b="1" dirty="0"/>
              <a:t>7032</a:t>
            </a:r>
            <a:r>
              <a:rPr lang="en-US" sz="1800" dirty="0"/>
              <a:t> | Churned: </a:t>
            </a:r>
            <a:r>
              <a:rPr lang="en-US" sz="1800" b="1" dirty="0"/>
              <a:t>1869</a:t>
            </a:r>
            <a:r>
              <a:rPr lang="en-US" sz="1800" dirty="0"/>
              <a:t> → Churn Rate: </a:t>
            </a:r>
            <a:r>
              <a:rPr lang="en-US" sz="1800" b="1" dirty="0"/>
              <a:t>26.6%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Customers with </a:t>
            </a:r>
            <a:r>
              <a:rPr lang="en-US" sz="1800" b="1" dirty="0"/>
              <a:t>longer tenure are more loyal</a:t>
            </a:r>
            <a:r>
              <a:rPr lang="en-US" sz="1800" dirty="0"/>
              <a:t>, while new customers churn more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Higher monthly charges</a:t>
            </a:r>
            <a:r>
              <a:rPr lang="en-US" sz="1800" dirty="0"/>
              <a:t> are associated with </a:t>
            </a:r>
            <a:r>
              <a:rPr lang="en-US" sz="1800" b="1" dirty="0"/>
              <a:t>higher churn rates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Most customers are </a:t>
            </a:r>
            <a:r>
              <a:rPr lang="en-US" sz="1800" b="1" dirty="0"/>
              <a:t>non-senior citizens</a:t>
            </a:r>
            <a:r>
              <a:rPr lang="en-US" sz="1800" dirty="0"/>
              <a:t>, but seniors have a </a:t>
            </a:r>
            <a:r>
              <a:rPr lang="en-US" sz="1800" b="1" dirty="0"/>
              <a:t>higher churn proportion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Revenue is driven mainly by loyal customers </a:t>
            </a:r>
            <a:r>
              <a:rPr lang="en-US" sz="1800" dirty="0"/>
              <a:t>who stay longer.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Male and female customers </a:t>
            </a:r>
            <a:r>
              <a:rPr lang="en-US" sz="1800" b="1" dirty="0"/>
              <a:t>show almost equal churn and revenue contribution.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5667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BD1D5E-E576-82B3-733B-D8B545135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731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D6686-4851-8B4F-311E-B6873789FFED}"/>
              </a:ext>
            </a:extLst>
          </p:cNvPr>
          <p:cNvSpPr txBox="1"/>
          <p:nvPr/>
        </p:nvSpPr>
        <p:spPr>
          <a:xfrm>
            <a:off x="641838" y="597878"/>
            <a:ext cx="3174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2.Service Subscriptions: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4FF19F-E761-4E4D-F43C-B7C416AAAC7C}"/>
              </a:ext>
            </a:extLst>
          </p:cNvPr>
          <p:cNvSpPr txBox="1"/>
          <p:nvPr/>
        </p:nvSpPr>
        <p:spPr>
          <a:xfrm>
            <a:off x="923192" y="1151792"/>
            <a:ext cx="15568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u="sng" dirty="0">
                <a:solidFill>
                  <a:srgbClr val="FF0000"/>
                </a:solidFill>
              </a:rPr>
              <a:t>Visuals used: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u="sng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u="sng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DC0D8C-7305-DD15-CF9F-7EDEC6144CC1}"/>
              </a:ext>
            </a:extLst>
          </p:cNvPr>
          <p:cNvSpPr txBox="1"/>
          <p:nvPr/>
        </p:nvSpPr>
        <p:spPr>
          <a:xfrm>
            <a:off x="923192" y="1521069"/>
            <a:ext cx="952696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Column chart – Total customer by PhoneService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Scatterplot – Service usage pattens among churn customers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Line and clustered column chart – Total customers and churn rate by internet service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Column chart – Churn rate and churned customers by internet service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Column chart – Churn rate by service count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Bar chart – Total customers by service count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Slicer – Customer service adoption and churn insights based on gender and service type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B67B1-70F5-1010-597C-37BC0AABBB77}"/>
              </a:ext>
            </a:extLst>
          </p:cNvPr>
          <p:cNvSpPr txBox="1"/>
          <p:nvPr/>
        </p:nvSpPr>
        <p:spPr>
          <a:xfrm>
            <a:off x="641838" y="3552394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u="sng" dirty="0">
                <a:solidFill>
                  <a:srgbClr val="FF0000"/>
                </a:solidFill>
              </a:rPr>
              <a:t>Analysis: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u="sng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DAD7AB-C977-79EA-FD38-87844179AB9A}"/>
              </a:ext>
            </a:extLst>
          </p:cNvPr>
          <p:cNvSpPr txBox="1"/>
          <p:nvPr/>
        </p:nvSpPr>
        <p:spPr>
          <a:xfrm>
            <a:off x="641838" y="3921671"/>
            <a:ext cx="1074364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Phone service is widely used → ~6.4K customers rely on it as a primary service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Fiber optic users churn the most</a:t>
            </a:r>
            <a:r>
              <a:rPr lang="en-US" sz="1800" dirty="0"/>
              <a:t> (≈42%) despite high user base — pricing/service issues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DSL customers show lower churn</a:t>
            </a:r>
            <a:r>
              <a:rPr lang="en-US" sz="1800" dirty="0"/>
              <a:t> (≈19%) — more satisfaction/stability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Customers without internet service rarely churn</a:t>
            </a:r>
            <a:r>
              <a:rPr lang="en-US" sz="1800" dirty="0"/>
              <a:t> (≈7%) — internet-related dissatisfaction is a key </a:t>
            </a:r>
          </a:p>
          <a:p>
            <a:r>
              <a:rPr lang="en-US" sz="1800" dirty="0"/>
              <a:t>     churn driver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Higher monthly charges + lower tenure = higher churn risk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Churn reduces as service count increases</a:t>
            </a:r>
            <a:r>
              <a:rPr lang="en-US" sz="1800" dirty="0"/>
              <a:t> → Bundled plans improve retention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Most customers choose mid-level service packages</a:t>
            </a:r>
            <a:r>
              <a:rPr lang="en-US" sz="1800" dirty="0"/>
              <a:t> → Opportunity to promote higher bundles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62677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A53860-BAF2-1B99-C3C2-B7A6EB708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18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FD5484-37EC-3E18-EFF5-BCC2DCF2D5D2}"/>
              </a:ext>
            </a:extLst>
          </p:cNvPr>
          <p:cNvSpPr txBox="1"/>
          <p:nvPr/>
        </p:nvSpPr>
        <p:spPr>
          <a:xfrm>
            <a:off x="589085" y="430823"/>
            <a:ext cx="3855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3.Contract &amp; Billing Insights: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EA3DD9-2D82-2678-785F-F24E84FDBC6A}"/>
              </a:ext>
            </a:extLst>
          </p:cNvPr>
          <p:cNvSpPr txBox="1"/>
          <p:nvPr/>
        </p:nvSpPr>
        <p:spPr>
          <a:xfrm>
            <a:off x="703385" y="975946"/>
            <a:ext cx="66800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u="sng" dirty="0">
                <a:solidFill>
                  <a:srgbClr val="FF0000"/>
                </a:solidFill>
              </a:rPr>
              <a:t>Visuals used: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Column chart – Churn rate by contract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Donut chart – Average Total charges by Contract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Column chart – churned customer by payment method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Pie chart – churned customer by paperless billing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Column chart – Sum of monthly charges by payment method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/>
              <a:t>Bar chart – Count of contract by tenure group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564FB-BA6E-DF34-FC06-06A84E9D4BEA}"/>
              </a:ext>
            </a:extLst>
          </p:cNvPr>
          <p:cNvSpPr txBox="1"/>
          <p:nvPr/>
        </p:nvSpPr>
        <p:spPr>
          <a:xfrm>
            <a:off x="703385" y="309072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u="sng" dirty="0">
                <a:solidFill>
                  <a:srgbClr val="FF0000"/>
                </a:solidFill>
              </a:rPr>
              <a:t>Analysis: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u="sng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A42108-14E0-18DF-2BB8-52047BF451D9}"/>
              </a:ext>
            </a:extLst>
          </p:cNvPr>
          <p:cNvSpPr txBox="1"/>
          <p:nvPr/>
        </p:nvSpPr>
        <p:spPr>
          <a:xfrm>
            <a:off x="703385" y="3429000"/>
            <a:ext cx="1146339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Churn rate is high (26.58%)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mainly coming from Month-to-Month contract customers.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Long-term contract customers (1–2 year)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churn much less → better loyalty with commitment.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Electronic Check users have the highest churn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suggesting payment convenience impacts retention.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Automatic payments (bank/credit card)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show lower churn → smooth billing keeps customers satisfied.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Most revenue is generated from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Two-Year contracts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and these customers remain loyal longer.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Customers with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short tenure churn the most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highlighting the need for better onboarding and engagement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early.</a:t>
            </a:r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461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ABAD78-F4A9-63BD-3174-525786734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4"/>
            <a:ext cx="12192000" cy="682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42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06B6D6-1734-AEC0-ADB1-5DA11EA470A8}"/>
              </a:ext>
            </a:extLst>
          </p:cNvPr>
          <p:cNvSpPr txBox="1"/>
          <p:nvPr/>
        </p:nvSpPr>
        <p:spPr>
          <a:xfrm>
            <a:off x="469740" y="427364"/>
            <a:ext cx="4515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4.Churn Prediction &amp; Key Drivers: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C12BC-0A41-85A2-FBE3-97DBDBB106AF}"/>
              </a:ext>
            </a:extLst>
          </p:cNvPr>
          <p:cNvSpPr txBox="1"/>
          <p:nvPr/>
        </p:nvSpPr>
        <p:spPr>
          <a:xfrm>
            <a:off x="597877" y="975946"/>
            <a:ext cx="8472191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u="sng" dirty="0">
                <a:solidFill>
                  <a:srgbClr val="FF0000"/>
                </a:solidFill>
              </a:rPr>
              <a:t>Visuals used: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Stacked column chart – Churn VS Usage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Column chart – Total revenue by churn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Stacked area chart – Churn by segment by payment method, contract and online backup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Matrix - </a:t>
            </a:r>
            <a:r>
              <a:rPr lang="en-US" sz="1600" dirty="0"/>
              <a:t>Churn Percentage by Service &amp; Payment Method</a:t>
            </a:r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BCB0C-40AE-8EEE-7DE8-E8FACAA77D3F}"/>
              </a:ext>
            </a:extLst>
          </p:cNvPr>
          <p:cNvSpPr txBox="1"/>
          <p:nvPr/>
        </p:nvSpPr>
        <p:spPr>
          <a:xfrm>
            <a:off x="469740" y="2342625"/>
            <a:ext cx="1135439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u="sng" dirty="0">
                <a:solidFill>
                  <a:srgbClr val="FF0000"/>
                </a:solidFill>
              </a:rPr>
              <a:t>Analysis: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The churn rate is </a:t>
            </a:r>
            <a:r>
              <a:rPr lang="en-US" sz="1800" b="1" dirty="0"/>
              <a:t>26.6%</a:t>
            </a:r>
            <a:r>
              <a:rPr lang="en-US" sz="1800" dirty="0"/>
              <a:t>, with </a:t>
            </a:r>
            <a:r>
              <a:rPr lang="en-US" sz="1800" b="1" dirty="0"/>
              <a:t>1,869 customers lost</a:t>
            </a:r>
            <a:r>
              <a:rPr lang="en-US" sz="1800" dirty="0"/>
              <a:t>, leading to major revenue impact.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Non-churned customers </a:t>
            </a:r>
            <a:r>
              <a:rPr lang="en-US" sz="1800" dirty="0"/>
              <a:t>generate most revenue, showing the value of retention.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Month-to-month contracts</a:t>
            </a:r>
            <a:r>
              <a:rPr lang="en-US" sz="1800" dirty="0"/>
              <a:t> show the </a:t>
            </a:r>
            <a:r>
              <a:rPr lang="en-US" sz="1800" b="1" dirty="0"/>
              <a:t>highest churn</a:t>
            </a:r>
            <a:r>
              <a:rPr lang="en-US" sz="1800" dirty="0"/>
              <a:t>, while long-term contracts retain customers better.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Electronic Check users</a:t>
            </a:r>
            <a:r>
              <a:rPr lang="en-US" sz="1800" dirty="0"/>
              <a:t> show the highest churn, indicating payment method issues.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Customers with </a:t>
            </a:r>
            <a:r>
              <a:rPr lang="en-US" sz="1800" b="1" dirty="0"/>
              <a:t>more services and higher monthly charges</a:t>
            </a:r>
            <a:r>
              <a:rPr lang="en-US" sz="1800" dirty="0"/>
              <a:t> are less likely to churn.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The churn matrix shows </a:t>
            </a:r>
            <a:r>
              <a:rPr lang="en-US" sz="1800" b="1" dirty="0"/>
              <a:t>Fiber Optic + Electronic Check</a:t>
            </a:r>
            <a:r>
              <a:rPr lang="en-US" sz="1800" dirty="0"/>
              <a:t> users have the </a:t>
            </a:r>
            <a:r>
              <a:rPr lang="en-US" sz="1800" b="1" dirty="0"/>
              <a:t>highest churn</a:t>
            </a:r>
            <a:r>
              <a:rPr lang="en-US" sz="1800" dirty="0"/>
              <a:t>, while customers </a:t>
            </a:r>
          </a:p>
          <a:p>
            <a:r>
              <a:rPr lang="en-US" sz="1800" dirty="0"/>
              <a:t>     without internet service churn the least.</a:t>
            </a:r>
          </a:p>
        </p:txBody>
      </p:sp>
    </p:spTree>
    <p:extLst>
      <p:ext uri="{BB962C8B-B14F-4D97-AF65-F5344CB8AC3E}">
        <p14:creationId xmlns:p14="http://schemas.microsoft.com/office/powerpoint/2010/main" val="1467765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6B5514-89E5-A7A5-782E-9ABB71CAA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" y="0"/>
            <a:ext cx="12180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623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4C6C63-D5A7-3B83-2890-2F7798C5580C}"/>
              </a:ext>
            </a:extLst>
          </p:cNvPr>
          <p:cNvSpPr txBox="1"/>
          <p:nvPr/>
        </p:nvSpPr>
        <p:spPr>
          <a:xfrm>
            <a:off x="393157" y="320703"/>
            <a:ext cx="754565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Drivers: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dirty="0"/>
              <a:t>Month-to-month contracts show the </a:t>
            </a:r>
            <a:r>
              <a:rPr lang="en-US" sz="1800" b="1" dirty="0"/>
              <a:t>highest churn</a:t>
            </a:r>
            <a:r>
              <a:rPr lang="en-US" sz="18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b="1" dirty="0"/>
              <a:t>Electronic check</a:t>
            </a:r>
            <a:r>
              <a:rPr lang="en-US" sz="1800" dirty="0"/>
              <a:t> users churn more due to billing issues.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b="1" dirty="0"/>
              <a:t>High monthly charges</a:t>
            </a:r>
            <a:r>
              <a:rPr lang="en-US" sz="1800" dirty="0"/>
              <a:t> create price sensitivity.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b="1" dirty="0"/>
              <a:t>Fiber Optic users</a:t>
            </a:r>
            <a:r>
              <a:rPr lang="en-US" sz="1800" dirty="0"/>
              <a:t> churn the most among service types.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b="1" dirty="0"/>
              <a:t>Low tenure customers</a:t>
            </a:r>
            <a:r>
              <a:rPr lang="en-US" sz="1800" dirty="0"/>
              <a:t> leave early due to weak initial experience.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800" dirty="0"/>
              <a:t>Customers using </a:t>
            </a:r>
            <a:r>
              <a:rPr lang="en-US" sz="1800" b="1" dirty="0"/>
              <a:t>fewer services</a:t>
            </a:r>
            <a:r>
              <a:rPr lang="en-US" sz="1800" dirty="0"/>
              <a:t> are less engaged and more likely </a:t>
            </a:r>
          </a:p>
          <a:p>
            <a:r>
              <a:rPr lang="en-US" sz="1800" dirty="0"/>
              <a:t>       to churn.</a:t>
            </a:r>
            <a:endParaRPr lang="en-IN" sz="18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203E1-0EDA-9860-3430-922BD7ED8A11}"/>
              </a:ext>
            </a:extLst>
          </p:cNvPr>
          <p:cNvSpPr txBox="1"/>
          <p:nvPr/>
        </p:nvSpPr>
        <p:spPr>
          <a:xfrm>
            <a:off x="348978" y="3082928"/>
            <a:ext cx="114940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US" sz="1800" dirty="0"/>
              <a:t>Overall, churn is driven by a combination of </a:t>
            </a:r>
            <a:r>
              <a:rPr lang="en-US" sz="1800" b="1" dirty="0"/>
              <a:t>short contracts, inconvenient payment methods, high pricing, and low customer tenure</a:t>
            </a:r>
            <a:r>
              <a:rPr lang="en-US" sz="1800" dirty="0"/>
              <a:t>. Improving long-term plans, simplifying billing, engaging new customers early, and enhancing service quality—especially for Fiber Optic users—can significantly reduce churn and increase revenue stability.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10085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1031</Words>
  <Application>Microsoft Office PowerPoint</Application>
  <PresentationFormat>Widescreen</PresentationFormat>
  <Paragraphs>116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Arial</vt:lpstr>
      <vt:lpstr>Wingdings</vt:lpstr>
      <vt:lpstr>Libre Baskerville</vt:lpstr>
      <vt:lpstr>Lato Black</vt:lpstr>
      <vt:lpstr>Arial Rounded MT Bold</vt:lpstr>
      <vt:lpstr>Times New Roman</vt:lpstr>
      <vt:lpstr>Office Theme</vt:lpstr>
      <vt:lpstr>PowerPoint Presentation</vt:lpstr>
      <vt:lpstr>PowerPoint Presentation</vt:lpstr>
      <vt:lpstr>Data source: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anjali diddiga</cp:lastModifiedBy>
  <cp:revision>7</cp:revision>
  <dcterms:created xsi:type="dcterms:W3CDTF">2021-02-16T05:19:01Z</dcterms:created>
  <dcterms:modified xsi:type="dcterms:W3CDTF">2025-12-15T06:06:28Z</dcterms:modified>
</cp:coreProperties>
</file>